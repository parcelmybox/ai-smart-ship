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Welcome to Technojump Internship 🚀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Building Intelligent Web UI for Smart Shipping Decisions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Vision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Help users decide: Ship or Sell</a:t>
            </a:r>
          </a:p>
          <a:p>
            <a:r>
              <a:t>Estimate volume, weight, price</a:t>
            </a:r>
          </a:p>
          <a:p>
            <a:r>
              <a:t>Connect to logistics carriers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You Will Build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Smart UI for item estimation</a:t>
            </a:r>
          </a:p>
          <a:p>
            <a:r>
              <a:t>Volumetric weight calculator</a:t>
            </a:r>
          </a:p>
          <a:p>
            <a:r>
              <a:t>Price comparison &amp; recommendation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This Matters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Simplifies user decisions</a:t>
            </a:r>
          </a:p>
          <a:p>
            <a:r>
              <a:t>Reduces shipping cost mistakes</a:t>
            </a:r>
          </a:p>
          <a:p>
            <a:r>
              <a:t>Generates real business value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Internship Timeline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Month 1: UI &amp; basics</a:t>
            </a:r>
          </a:p>
          <a:p>
            <a:r>
              <a:t>Month 2: Logic &amp; pricing</a:t>
            </a:r>
          </a:p>
          <a:p>
            <a:r>
              <a:t>Month 3: Integration &amp; polish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Item size estimator</a:t>
            </a:r>
          </a:p>
          <a:p>
            <a:r>
              <a:t>Volumetric weight</a:t>
            </a:r>
          </a:p>
          <a:p>
            <a:r>
              <a:t>Ship vs Sell suggestion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Python</a:t>
            </a:r>
          </a:p>
          <a:p>
            <a:r>
              <a:t>Web Framework</a:t>
            </a:r>
          </a:p>
          <a:p>
            <a:r>
              <a:t>GitHub</a:t>
            </a:r>
          </a:p>
          <a:p>
            <a:r>
              <a:t>APIs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Success Criteria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Working UI</a:t>
            </a:r>
          </a:p>
          <a:p>
            <a:r>
              <a:t>Clear recommendation logic</a:t>
            </a:r>
          </a:p>
          <a:p>
            <a:r>
              <a:t>Documented &amp; demo-ready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You Are Evaluated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Ownership</a:t>
            </a:r>
          </a:p>
          <a:p>
            <a:r>
              <a:t>Completion</a:t>
            </a:r>
          </a:p>
          <a:p>
            <a:r>
              <a:t>Clarity</a:t>
            </a:r>
          </a:p>
          <a:p>
            <a:r>
              <a:t>Consistency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Final Message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Build simple.</a:t>
            </a:r>
          </a:p>
          <a:p>
            <a:r>
              <a:t>Think smart.</a:t>
            </a:r>
          </a:p>
          <a:p>
            <a:r>
              <a:t>Finish strong 🚀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